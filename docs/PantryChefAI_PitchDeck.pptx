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Open with: "Food is one of the last great daily joys. PantryChef AI makes sure you never have to settle for less."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this is a real problem the builder lives every day. Not a hypothetical use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persona is autobiographical — the builder IS the user. That is a product strength, not a weakness.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five-step flow. Emphasize that every step happens in a single chat conversation — no switching screens or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focused features. Each one solves a specific real pain point. No feature is "nice to have" — all are core to the value proposition.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 backend leverages 15 years of developer experience. Claude API is the intelligence layer. Architecture is production-grade, not a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shows this is a real product with a growth path — not a one-off project. Grocery integration is the most impactful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vision. This started as a personal pain point and became a product with real market potential. That is the best kind of startup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0" y="3657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🍽️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PantryChef AI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5D6A7"/>
                </a:solidFill>
              </a:rPr>
              <a:t>Your personal AI cooking companion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1C784"/>
                </a:solidFill>
              </a:rPr>
              <a:t>Know what you crave. Cook what you have.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011680" y="352044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35204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AI-Powered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352044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35204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Pantry-Aware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352044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35204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Conversational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BB6A"/>
                </a:solidFill>
              </a:rPr>
              <a:t>AB Talks 60-Day Claude AI Challenge  |  Capstone Project  |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69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Ingredients unavailable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161"/>
                </a:solidFill>
              </a:rPr>
              <a:t>Online grocery platforms don't guarantee stock. Desired dishes keep getting pushed to "later".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069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4924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Food joy is blocked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463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161"/>
                </a:solidFill>
              </a:rPr>
              <a:t>For solo cooks, food is often the most reliable daily pleasure — missing an ingredient kills that.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529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Recipe apps ignore reality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161"/>
                </a:solidFill>
              </a:rPr>
              <a:t>Generic apps suggest recipes requiring a full grocery run — completely ignoring what you actually have.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7432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8529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🤷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4924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The gap no one solves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32461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161"/>
                </a:solidFill>
              </a:rPr>
              <a:t>No app combines pantry awareness + AI conversation + personalized recipes in one simple place.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</a:rPr>
              <a:t>Who Is This For?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1280160"/>
          </a:xfrm>
          <a:prstGeom prst="roundRect">
            <a:avLst>
              <a:gd name="adj" fmla="val 10714"/>
            </a:avLst>
          </a:prstGeom>
          <a:solidFill>
            <a:srgbClr val="1B5E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🧑‍🍳  The Solo Home Cook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1C784"/>
                </a:solidFill>
              </a:rPr>
              <a:t>"Knows what they crave. Blocked by what they lack."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Lives and cooks alone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242316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🌶️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94760" y="2606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Has clear taste preferences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42316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2606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Well-stocked pantry of staples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🚫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Rarely goes out to shop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352044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9476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Food = primary daily joy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52044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📲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7512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Relies on online grocery delivery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</a:rPr>
              <a:t>The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868680"/>
          </a:xfrm>
          <a:prstGeom prst="roundRect">
            <a:avLst>
              <a:gd name="adj" fmla="val 12632"/>
            </a:avLst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PantryChef AI — A conversational AI that knows your pantry, respects your taste, and tells you exactly what to cook right now.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1920240"/>
            <a:ext cx="1188720" cy="1188720"/>
          </a:xfrm>
          <a:prstGeom prst="ellipse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Tell 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your pantry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2240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AF50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95144" y="1920240"/>
            <a:ext cx="1188720" cy="1188720"/>
          </a:xfrm>
          <a:prstGeom prst="ellipse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95144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48256" y="32004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Chat about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your craving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65576" y="2240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AF50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🍳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30752" y="32004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Get dish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suggestions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48072" y="2240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AF50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0136" y="1920240"/>
            <a:ext cx="1188720" cy="1188720"/>
          </a:xfrm>
          <a:prstGeom prst="ellipse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0136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13248" y="32004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Full recipe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on demand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30568" y="2240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AF50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342632" y="1920240"/>
            <a:ext cx="1188720" cy="1188720"/>
          </a:xfrm>
          <a:prstGeom prst="ellipse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42632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🛍️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095744" y="32004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Know what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to order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B5E20"/>
                </a:solidFill>
              </a:rPr>
              <a:t>✨  No more "I'll cook that tomorrow." Just cook it today.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6184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Live Pantry Manager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842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Add, remove, and track your ingredients. Claude always knows exactly what you have.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91840" y="16184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AI Chat Interface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19842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Natural conversation — describe your mood or craving and get smart, pantry-aware suggestions instantly.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96012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26480" y="16184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Full Text Recipes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19842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Step-by-step personalized recipes generated on demand, using only your actual ingredients.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83080" y="29260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874520" y="35844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Missing Ingredient Finder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74520" y="39502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Tell Claude what you want. It tells you the one thing to order to make it happen.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9260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🌶️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709160" y="35844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Preference Memory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39502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Spice level, cuisine preferences, dietary restrictions — saved and applied to every interaction.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</a:rPr>
              <a:t>Technical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React + Vite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0" y="1143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Chat UI · Pantry Manager · Preferences Panel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3E5F5"/>
          </a:solidFill>
          <a:ln w="25400">
            <a:solidFill>
              <a:srgbClr val="6A1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</a:rPr>
              <a:t>Backend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Java 17 + Spring Boot 3.x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0574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REST Endpoints · Claude Integration · Business Logic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AI Engine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Anthropic Claude 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9718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claude-sonnet-4-6 · System Prompt Engineering · Pantry Context Injection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DE7"/>
          </a:solidFill>
          <a:ln w="25400">
            <a:solidFill>
              <a:srgbClr val="F57F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F17"/>
                </a:solidFill>
              </a:rPr>
              <a:t>Database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38862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Pantry · Preferences · Chat History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8412480" cy="411480"/>
          </a:xfrm>
          <a:prstGeom prst="roundRect">
            <a:avLst>
              <a:gd name="adj" fmla="val 22222"/>
            </a:avLst>
          </a:prstGeom>
          <a:solidFill>
            <a:srgbClr val="21212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Deployed on Railway.app (backend + DB)  +  Vercel (frontend)  —  100% free tier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1C784"/>
                </a:solidFill>
              </a:rPr>
              <a:t>v1.0 is the foundation. Here is where PantryChef AI grows next.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06040" cy="3566160"/>
          </a:xfrm>
          <a:prstGeom prst="roundRect">
            <a:avLst>
              <a:gd name="adj" fmla="val 5263"/>
            </a:avLst>
          </a:prstGeom>
          <a:solidFill>
            <a:srgbClr val="1A3A1A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AF50"/>
                </a:solidFill>
              </a:rPr>
              <a:t>v1.1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Grocery delivery integration (Blinkit / Swiggy Instamart)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One-tap "order missing ingredient" button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611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Shopping list export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606040" cy="3566160"/>
          </a:xfrm>
          <a:prstGeom prst="roundRect">
            <a:avLst>
              <a:gd name="adj" fmla="val 5263"/>
            </a:avLst>
          </a:prstGeom>
          <a:solidFill>
            <a:srgbClr val="1A3A1A"/>
          </a:solidFill>
          <a:ln w="25400">
            <a:solidFill>
              <a:srgbClr val="29B6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B6F6"/>
                </a:solidFill>
              </a:rPr>
              <a:t>v1.2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3756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Nutritional tracking and calorie awareness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Weekly meal planner with pantry optimization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3611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Cuisine-specific recipe packs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06040" cy="3566160"/>
          </a:xfrm>
          <a:prstGeom prst="roundRect">
            <a:avLst>
              <a:gd name="adj" fmla="val 5263"/>
            </a:avLst>
          </a:prstGeom>
          <a:solidFill>
            <a:srgbClr val="1A3A1A"/>
          </a:solidFill>
          <a:ln w="25400">
            <a:solidFill>
              <a:srgbClr val="F57F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7F17"/>
                </a:solidFill>
              </a:rPr>
              <a:t>v2.0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7220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Multi-user family mode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Voice input for hands-free cooking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3611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Mobile native app (iOS + Android)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4389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Community recipe sharing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</a:rPr>
              <a:t>The Vision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1371600"/>
          </a:xfrm>
          <a:prstGeom prst="roundRect">
            <a:avLst>
              <a:gd name="adj" fmla="val 10000"/>
            </a:avLst>
          </a:prstGeom>
          <a:solidFill>
            <a:srgbClr val="1B5E2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"Every person who cooks alone deserves a knowledgeable companion who knows their kitchen, respects their taste, and helps them eat well every single day — regardless of what's available to order."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51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20"/>
                </a:solidFill>
              </a:rPr>
              <a:t>400M+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16161"/>
                </a:solidFill>
              </a:rPr>
              <a:t>solo households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16161"/>
                </a:solidFill>
              </a:rPr>
              <a:t>worldwide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5603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651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20"/>
                </a:solidFill>
              </a:rPr>
              <a:t>3x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32918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16161"/>
                </a:solidFill>
              </a:rPr>
              <a:t>more likely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16161"/>
                </a:solidFill>
              </a:rPr>
              <a:t>order out when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16161"/>
                </a:solidFill>
              </a:rPr>
              <a:t>inspiration fails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5603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651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20"/>
                </a:solidFill>
              </a:rPr>
              <a:t>1 AI chat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32918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16161"/>
                </a:solidFill>
              </a:rPr>
              <a:t>is all it takes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16161"/>
                </a:solidFill>
              </a:rPr>
              <a:t>change what you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16161"/>
                </a:solidFill>
              </a:rPr>
              <a:t>eat today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702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PantryChef AI — Built in 10 days. Solving a real problem. Ready to grow.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2026-07-25T18:20:24Z</dcterms:created>
  <dcterms:modified xsi:type="dcterms:W3CDTF">2026-07-25T18:20:24Z</dcterms:modified>
</cp:coreProperties>
</file>